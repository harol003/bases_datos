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 SemiBold"/>
      <p:regular r:id="rId17"/>
    </p:embeddedFont>
    <p:embeddedFont>
      <p:font typeface="Nunito Bold"/>
      <p:regular r:id="rId18"/>
    </p:embeddedFont>
    <p:embeddedFont>
      <p:font typeface="PT Sans"/>
      <p:regular r:id="rId19"/>
    </p:embeddedFont>
    <p:embeddedFont>
      <p:font typeface="PT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060772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Administración en SQL Server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165152"/>
            <a:ext cx="4667845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Usuarios, Permisos y Accesos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23577" y="3603947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Diseña un acceso seguro como si fuera una caja fuerte: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mínimo privilegio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trazabilidad total.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46918"/>
            <a:ext cx="368148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¿Qué es y para qué sirve?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946919"/>
            <a:ext cx="4930750" cy="279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7080" y="2001292"/>
            <a:ext cx="2520776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administración de usuarios y permisos en SQL Server controla la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autenticación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la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autorización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garantizando que cada identidad realice únicamente las acciones que necesita.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70" y="3954661"/>
            <a:ext cx="2531790" cy="8419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7119" y="4088160"/>
            <a:ext cx="155451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Evitar accesos indebidos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77119" y="4320480"/>
            <a:ext cx="220764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Restringir quién puede entrar y qué puede tocar.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8924" y="3954661"/>
            <a:ext cx="2531790" cy="8419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89573" y="4088160"/>
            <a:ext cx="1504355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Prevenir errores críticos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489573" y="4320480"/>
            <a:ext cx="220764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Evitar borrados accidentales o modificaciones no autorizadas.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1379" y="3954661"/>
            <a:ext cx="2531790" cy="8419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02028" y="4088160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Cumplir auditorías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102028" y="4320480"/>
            <a:ext cx="220764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Registrar trazabilidad de cada acción en el sistema.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0269" y="339030"/>
            <a:ext cx="5615583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¿Cómo funciona? La doble capa de seguridad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80269" y="809848"/>
            <a:ext cx="7440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Server protege los datos en 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dos niveles independientes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Comprender esta arquitectura es la base de todo control de acceso.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75" y="1044550"/>
            <a:ext cx="6870502" cy="33774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8588" y="1358456"/>
            <a:ext cx="1935900" cy="1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Permisos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498588" y="1599050"/>
            <a:ext cx="3634571" cy="13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Acceso y roles dentro de la base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498588" y="2147561"/>
            <a:ext cx="1935900" cy="1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User de Base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98588" y="2388155"/>
            <a:ext cx="3634571" cy="13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Identidad mapeada dentro de la base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98588" y="2936667"/>
            <a:ext cx="1935900" cy="1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Autenticación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98588" y="3177261"/>
            <a:ext cx="3634571" cy="13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Verificación de identidad del login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05571" y="3725772"/>
            <a:ext cx="1935900" cy="1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Login de Servidor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05571" y="3966366"/>
            <a:ext cx="3634571" cy="13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Credenciales para conectar al servidor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80269" y="4508897"/>
            <a:ext cx="6983388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login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abre la puerta al servidor; el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define qué puedes hacer dentro de cada base de datos. Son entidades distintas que deben mapearse correctamente.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171" y="307256"/>
            <a:ext cx="5448821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Entidades de seguridad: el mapa que manda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156171" y="2239417"/>
            <a:ext cx="3287464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Server organiza el acceso mediante </a:t>
            </a:r>
            <a:pPr algn="l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entidades de seguridad</a:t>
            </a:r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clasificadas por ámbito. Los permisos se conceden a estas entidades, no directamente a personas.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4978" y="810667"/>
            <a:ext cx="3287464" cy="328746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978" y="810667"/>
            <a:ext cx="3287464" cy="328746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56171" y="4264521"/>
            <a:ext cx="2227883" cy="571649"/>
          </a:xfrm>
          <a:prstGeom prst="roundRect">
            <a:avLst>
              <a:gd name="adj" fmla="val 27604"/>
            </a:avLst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270843" y="4379193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Ámbito de servidor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270843" y="4578176"/>
            <a:ext cx="1998538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Logins, roles de servidor, credenciales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457947" y="4264521"/>
            <a:ext cx="2227957" cy="571649"/>
          </a:xfrm>
          <a:prstGeom prst="roundRect">
            <a:avLst>
              <a:gd name="adj" fmla="val 27604"/>
            </a:avLst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572619" y="4379193"/>
            <a:ext cx="1404863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Ámbito de base de datos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572619" y="4578176"/>
            <a:ext cx="1998613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Users, roles de BD, esquemas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759797" y="4264521"/>
            <a:ext cx="2227883" cy="571649"/>
          </a:xfrm>
          <a:prstGeom prst="roundRect">
            <a:avLst>
              <a:gd name="adj" fmla="val 27604"/>
            </a:avLst>
          </a:prstGeom>
          <a:solidFill>
            <a:srgbClr val="00002E"/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74469" y="4379193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Ámbito de objeto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74469" y="4578176"/>
            <a:ext cx="1998538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Tablas, procedimientos, vistas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58564"/>
            <a:ext cx="786355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Autenticación vs. Autorización: no es lo mismo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397794"/>
            <a:ext cx="2599209" cy="2283098"/>
          </a:xfrm>
          <a:prstGeom prst="roundRect">
            <a:avLst>
              <a:gd name="adj" fmla="val 9830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7437" y="1561654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F2B4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816" y="1685032"/>
            <a:ext cx="201960" cy="20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7437" y="21600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Autenticación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7437" y="2469728"/>
            <a:ext cx="2271489" cy="104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"¿Eres quién dices ser?"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Verifica la credencial al conectar al servidor. Sin login válido, no hay acceso.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2358" y="1397794"/>
            <a:ext cx="2599209" cy="2283098"/>
          </a:xfrm>
          <a:prstGeom prst="roundRect">
            <a:avLst>
              <a:gd name="adj" fmla="val 9830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36218" y="1561654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D7425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9597" y="1685032"/>
            <a:ext cx="201960" cy="201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36218" y="21600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Autorización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36218" y="2469728"/>
            <a:ext cx="2271489" cy="104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"¿Qué puedes hacer?"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 las acciones permitidas sobre objetos dentro de la base de datos.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21139" y="1397794"/>
            <a:ext cx="2599283" cy="2283098"/>
          </a:xfrm>
          <a:prstGeom prst="roundRect">
            <a:avLst>
              <a:gd name="adj" fmla="val 9830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84999" y="1561654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DD785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8378" y="1685032"/>
            <a:ext cx="201960" cy="201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4999" y="21600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Auditoría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84999" y="2469728"/>
            <a:ext cx="2271564" cy="104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"¿Quién hizo qué?"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Registra y permite rastrear cada acción para control y cumplimiento normativo.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23577" y="3849142"/>
            <a:ext cx="8096845" cy="635719"/>
          </a:xfrm>
          <a:prstGeom prst="roundRect">
            <a:avLst>
              <a:gd name="adj" fmla="val 35302"/>
            </a:avLst>
          </a:prstGeom>
          <a:solidFill>
            <a:srgbClr val="02234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50" y="4076626"/>
            <a:ext cx="187003" cy="1495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9724" y="4036070"/>
            <a:ext cx="7918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Estos tres pilares forman el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círculo completo de seguridad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SQL Server. Omitir uno deja brechas críticas.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724" y="439117"/>
            <a:ext cx="4749552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Permisos con intención: principio de mínimo privilegio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689595" y="1584127"/>
            <a:ext cx="4542681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entregues la llave de la caja fuerte a todos los empleados. Da solo la llave que necesitan para su trabajo.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2724" y="1441103"/>
            <a:ext cx="19050" cy="709910"/>
          </a:xfrm>
          <a:prstGeom prst="rect">
            <a:avLst/>
          </a:prstGeom>
          <a:solidFill>
            <a:srgbClr val="F2B42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442" y="2298278"/>
            <a:ext cx="206871" cy="2068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0920" y="2294037"/>
            <a:ext cx="178013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Evalúa la necesidad real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30920" y="2573164"/>
            <a:ext cx="430135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¿Qué tareas realiza ese usuario o proceso? ¿Qué objetos necesita tocar?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442" y="3043610"/>
            <a:ext cx="206871" cy="2068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920" y="3039368"/>
            <a:ext cx="191199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Concede solo lo necesario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30920" y="3318495"/>
            <a:ext cx="43013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Evita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sysadmin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por comodidad. Cada permiso extra es un riesgo potencial.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442" y="4005635"/>
            <a:ext cx="206871" cy="2068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0920" y="4001393"/>
            <a:ext cx="1664791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Revisa periódicamente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930920" y="4280520"/>
            <a:ext cx="4301356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permisos acumulados con el tiempo crean deuda de seguridad silenciosa.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8464" y="341263"/>
            <a:ext cx="6388671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Roles: la forma inteligente de gestionar el control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464" y="892150"/>
            <a:ext cx="4640684" cy="26297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47606" y="1892796"/>
            <a:ext cx="2372544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Asignar permisos individualmente a cada usuario es caótico y propenso a errores. Los </a:t>
            </a:r>
            <a:pPr algn="l" indent="0" marL="0">
              <a:lnSpc>
                <a:spcPct val="11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roles</a:t>
            </a:r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agrupan permisos y se asignan a usuarios, simplificando la gestión y reduciendo inconsistencias.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464" y="3711178"/>
            <a:ext cx="2372916" cy="10909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4894" y="4146128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db_owner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54894" y="4361557"/>
            <a:ext cx="2120057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Control total sobre la base de datos. Usar con extrema cautela.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5468" y="3711178"/>
            <a:ext cx="2372916" cy="10909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11897" y="4146128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db_datareader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511897" y="4361557"/>
            <a:ext cx="2120057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Lectura en todas las tablas y vistas. Ideal para analistas.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471" y="3711178"/>
            <a:ext cx="2372990" cy="10909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68901" y="4146128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db_datawriter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968901" y="4361557"/>
            <a:ext cx="212013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Escritura en tablas. Para procesos ETL o aplicaciones.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3464" y="273993"/>
            <a:ext cx="5093568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Aplicación paso a paso: Login → User → Permisos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464" y="628278"/>
            <a:ext cx="5617071" cy="2465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87757" y="2445158"/>
            <a:ext cx="1213207" cy="143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Crear LOGIN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16357" y="2631547"/>
            <a:ext cx="984607" cy="192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Credencial a nivel de servidor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252231" y="2407288"/>
            <a:ext cx="1213207" cy="143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Asignar permisos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0831" y="2593677"/>
            <a:ext cx="984607" cy="192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Roles y GRANT/DENY en objetos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78109" y="886844"/>
            <a:ext cx="1213207" cy="143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Crear USER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06709" y="1073233"/>
            <a:ext cx="984607" cy="192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Mapear el user al login en la BD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763464" y="3150171"/>
            <a:ext cx="6074271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Este flujo de tres pasos garantiza que cada identidad tenga acceso controlado y trazable desde el servidor hasta los objetos específicos.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763464" y="3365450"/>
            <a:ext cx="1476747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Ejemplo T-SQL básico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763464" y="3548732"/>
            <a:ext cx="2703016" cy="1264593"/>
          </a:xfrm>
          <a:prstGeom prst="roundRect">
            <a:avLst>
              <a:gd name="adj" fmla="val 10260"/>
            </a:avLst>
          </a:prstGeom>
          <a:solidFill>
            <a:srgbClr val="0D0D3B"/>
          </a:solidFill>
          <a:ln/>
        </p:spPr>
      </p:sp>
      <p:sp>
        <p:nvSpPr>
          <p:cNvPr id="13" name="Shape 10"/>
          <p:cNvSpPr/>
          <p:nvPr/>
        </p:nvSpPr>
        <p:spPr>
          <a:xfrm>
            <a:off x="1759148" y="3548732"/>
            <a:ext cx="2711648" cy="1264593"/>
          </a:xfrm>
          <a:prstGeom prst="roundRect">
            <a:avLst>
              <a:gd name="adj" fmla="val 1026"/>
            </a:avLst>
          </a:prstGeom>
          <a:solidFill>
            <a:srgbClr val="0D0D3B"/>
          </a:solidFill>
          <a:ln/>
        </p:spPr>
      </p:sp>
      <p:sp>
        <p:nvSpPr>
          <p:cNvPr id="14" name="Text 11"/>
          <p:cNvSpPr/>
          <p:nvPr/>
        </p:nvSpPr>
        <p:spPr>
          <a:xfrm>
            <a:off x="1867198" y="3635201"/>
            <a:ext cx="2495550" cy="109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-- 1. Crear login</a:t>
            </a: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LOGIN analista WITH PASSWORD = '***';</a:t>
            </a: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-- 2. Crear user en BD</a:t>
            </a: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 Ventas;</a:t>
            </a: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analista FOR LOGIN analista;</a:t>
            </a: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-- 3. Asignar rol</a:t>
            </a: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ROLE db_datareader</a:t>
            </a:r>
            <a:endParaRPr lang="en-US" sz="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ADD MEMBER analista;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682282" y="3371701"/>
            <a:ext cx="2703016" cy="491951"/>
          </a:xfrm>
          <a:prstGeom prst="roundRect">
            <a:avLst>
              <a:gd name="adj" fmla="val 26373"/>
            </a:avLst>
          </a:prstGeom>
          <a:solidFill>
            <a:srgbClr val="4B3F0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51" y="3485034"/>
            <a:ext cx="108049" cy="8646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63269" y="3443213"/>
            <a:ext cx="2335560" cy="3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Recuerda:</a:t>
            </a:r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Nunca concedas </a:t>
            </a:r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sysadmin</a:t>
            </a:r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"porque sí". Ese patrón es la causa más frecuente de auditorías fallidas y brechas de seguridad.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6240" y="454149"/>
            <a:ext cx="944463" cy="208508"/>
          </a:xfrm>
          <a:prstGeom prst="roundRect">
            <a:avLst>
              <a:gd name="adj" fmla="val 68615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3917752" y="489868"/>
            <a:ext cx="125863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🎯</a:t>
            </a:r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RETO PRÁCTICO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846240" y="700608"/>
            <a:ext cx="417455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Simula una brecha y repárala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1952" y="1193750"/>
            <a:ext cx="4894808" cy="8419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2601" y="1327249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escenario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022601" y="1559570"/>
            <a:ext cx="4570661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nuevo analista necesita acceder a SQL Server para consultar y actualizar datos de ventas, pero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solo en tablas concretas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952" y="2130623"/>
            <a:ext cx="4894808" cy="8514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22601" y="2264122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requisito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022601" y="2496443"/>
            <a:ext cx="4570661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Crear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login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"analista", permitiendo solo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las tablas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Ventas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952" y="3077021"/>
            <a:ext cx="4894808" cy="6753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22601" y="3210520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 trampa a evitar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022601" y="3442841"/>
            <a:ext cx="4570661" cy="1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conceder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db_owner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ni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sysadmin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por comodidad. Ese patrón causa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auditorías fallidas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1952" y="3847356"/>
            <a:ext cx="4894808" cy="8419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022601" y="3980855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Entrega esperada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022601" y="4213175"/>
            <a:ext cx="4570661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Lista final de roles asignados + permisos explícitamente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permitidos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denegados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 justificación.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611684"/>
            <a:ext cx="8493472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Conclusiones: el checklist que te salva en producción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9095" y="1302841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9095" y="1526158"/>
            <a:ext cx="4004965" cy="1905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499095" y="1635547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Diseña por capas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9095" y="1926654"/>
            <a:ext cx="400496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Login (servidor) + User (base de datos). Nunca los confundas ni los saltes.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39940" y="1302841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39940" y="1526158"/>
            <a:ext cx="4004965" cy="1905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9" name="Text 7"/>
          <p:cNvSpPr/>
          <p:nvPr/>
        </p:nvSpPr>
        <p:spPr>
          <a:xfrm>
            <a:off x="4639940" y="1635547"/>
            <a:ext cx="1840557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Aplica mínimo privilegio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9940" y="1926654"/>
            <a:ext cx="400496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Cada permiso debe tener una razón documentada. Si no se usa, se revoca.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9095" y="2614910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9095" y="2838227"/>
            <a:ext cx="4004965" cy="1905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3" name="Text 11"/>
          <p:cNvSpPr/>
          <p:nvPr/>
        </p:nvSpPr>
        <p:spPr>
          <a:xfrm>
            <a:off x="499095" y="2947615"/>
            <a:ext cx="2608213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Usa roles, no asignaciones sueltas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9095" y="3238723"/>
            <a:ext cx="400496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roles predefinidos (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db_datareader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db_datawriter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 reducen errores y simplifican auditorías.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9940" y="2614910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9940" y="2838227"/>
            <a:ext cx="4004965" cy="19050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7" name="Text 15"/>
          <p:cNvSpPr/>
          <p:nvPr/>
        </p:nvSpPr>
        <p:spPr>
          <a:xfrm>
            <a:off x="4639940" y="2947615"/>
            <a:ext cx="2653680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Activa auditoría y buenas prácticas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39940" y="3238723"/>
            <a:ext cx="400496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Seguridad completa = autorización + trazabilidad + configuración hardened del servidor.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9095" y="3943945"/>
            <a:ext cx="8145810" cy="587797"/>
          </a:xfrm>
          <a:prstGeom prst="roundRect">
            <a:avLst>
              <a:gd name="adj" fmla="val 36390"/>
            </a:avLst>
          </a:prstGeom>
          <a:solidFill>
            <a:srgbClr val="183A13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72" y="4159300"/>
            <a:ext cx="178222" cy="14257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2471" y="4115470"/>
            <a:ext cx="7997056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Regla de oro: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Si no puedes justificar un permiso en una auditoría, no deberías haberlo concedido.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2026-05-28T19:20:20Z</dcterms:created>
  <dcterms:modified xsi:type="dcterms:W3CDTF">2026-05-28T19:20:20Z</dcterms:modified>
</cp:coreProperties>
</file>