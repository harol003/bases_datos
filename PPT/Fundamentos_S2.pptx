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Tomorrow Semi Bold"/>
      <p:regular r:id="rId15"/>
    </p:embeddedFont>
    <p:embeddedFont>
      <p:font typeface="Tomorrow Semi Bold"/>
      <p:regular r:id="rId16"/>
    </p:embeddedFon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"/>
      <p:regular r:id="rId19"/>
    </p:embeddedFont>
    <p:embeddedFont>
      <p:font typeface="Tomorrow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656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MySQL: La Base de Datos para tus Aplicaciones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142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Agenda: Exploraremos MySQL, bases de datos, CRUD y su aplicación práctica.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952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Conoce la gestión de datos moderna y por qué MySQL es clave en desarrollo.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7931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800725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5776198"/>
            <a:ext cx="61329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by x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915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¿Qué es MySQL?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4051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Gestor Relacional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75774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Sistema de gestión de bases de datos relacional (RDBMS) de código abierto.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4051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Popularidad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75774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Desarrollado por Oracle, es una de las bases de datos más usadas globalmente.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4051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Lenguaje SQL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75774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Usa SQL para gestionar y manipular datos de forma estructurada.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73830"/>
            <a:ext cx="65423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¿Por Qué Usar MySQL?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06241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5157430"/>
            <a:ext cx="2254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Código Abierto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5647849"/>
            <a:ext cx="22542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Sin costos, ideal para cualquier proyecto.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278" y="506241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19067" y="5157430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Comunidad Amplia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919067" y="6002179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Gran soporte y documentación disponible.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506241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0674" y="5157430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Compatibilidad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50674" y="5647849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Funciona en Windows, Linux y macOS.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491" y="5062418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281" y="5157430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1582281" y="5647849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Robustas características para proteger datos.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¿Qué es una Base de Datos?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040981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Colección organizada de datos estructurados.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Función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Permite almacenar y recuperar información eficientemente.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833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Ejemplos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516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Datos de clientes, inventarios y transacciones.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9375"/>
            <a:ext cx="82303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Bases de Datos Relacionales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Estructura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Datos organizados en tablas, filas y columnas.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Relaciones mediante claves primarias y foráneas.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Ejemplo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Tabla "Clientes" vinculada a "Pedidos" por ID cliente.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MySQL es un RDBMS que utiliza esta estructura.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¿Qué es CRUD?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Create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Insertar nuevos registros en la base de datos.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Consultar y leer datos almacenados.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Update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Modificar registros existentes.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Delete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Eliminar datos que ya no se necesitan.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7856"/>
            <a:ext cx="10451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Ejemplo Práctico de CRUD en MySQL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3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Crear tabla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54755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 TABLE Productos (ID INT, Nombre VARCHAR(255), Precio DECIMAL(10,2));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173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Insertar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3754755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INSERT INTO Productos VALUES (1, 'Laptop', 1200.00);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173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375475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SELECT * FROM Productos;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173611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Actualizar y eliminar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109085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UPDATE Productos SET Precio=1300.00 WHERE ID=1;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013638" y="5401866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DELETE FROM Productos WHERE ID=1;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093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Conclusión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583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MySQL es potente, seguro y escalable para la gestión de datos.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2763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Dominar MySQL y CRUD facilita el desarrollo eficiente de aplicaciones.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8944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 una base fundamental para manejar datos en proyectos modernos.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2025-05-14T22:17:18Z</dcterms:created>
  <dcterms:modified xsi:type="dcterms:W3CDTF">2025-05-14T22:17:18Z</dcterms:modified>
</cp:coreProperties>
</file>